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0"/>
            <a:ext cx="3649345" cy="6858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1645" y="0"/>
            <a:ext cx="3649345" cy="6858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2655" y="0"/>
            <a:ext cx="364934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49345" cy="6858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2655" y="0"/>
            <a:ext cx="3649345" cy="6858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1645" y="0"/>
            <a:ext cx="364934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1010" y="0"/>
            <a:ext cx="3649345" cy="6858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2020" y="0"/>
            <a:ext cx="3649345" cy="6858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4934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49345" cy="6858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1010" y="0"/>
            <a:ext cx="3649345" cy="68580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2020" y="0"/>
            <a:ext cx="364934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49345" cy="6858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1010" y="0"/>
            <a:ext cx="3649345" cy="68580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2020" y="0"/>
            <a:ext cx="364934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14303</dc:creator>
  <cp:lastModifiedBy>淇森</cp:lastModifiedBy>
  <cp:revision>5</cp:revision>
  <dcterms:created xsi:type="dcterms:W3CDTF">2023-08-09T12:44:00Z</dcterms:created>
  <dcterms:modified xsi:type="dcterms:W3CDTF">2026-03-29T06:53:26Z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A438CC0A4A9F45DC9241F329E1135BDC_12</vt:lpwstr>
  </property>
</Properties>
</file>