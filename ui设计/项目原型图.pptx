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57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4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6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530" y="560070"/>
            <a:ext cx="2735580" cy="569976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9610" y="560070"/>
            <a:ext cx="3192780" cy="57378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7350" y="560070"/>
            <a:ext cx="3258820" cy="57734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740" y="415290"/>
            <a:ext cx="2788920" cy="566166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500" y="415290"/>
            <a:ext cx="2719070" cy="5661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210" y="445770"/>
            <a:ext cx="2788920" cy="56311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290" y="548640"/>
            <a:ext cx="2796540" cy="57607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40" y="506730"/>
            <a:ext cx="2849880" cy="58445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390" y="506730"/>
            <a:ext cx="2811780" cy="56616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6190" y="506730"/>
            <a:ext cx="2811780" cy="584454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506730"/>
            <a:ext cx="2897505" cy="586613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4030" y="461010"/>
            <a:ext cx="3101340" cy="589026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淇森</cp:lastModifiedBy>
  <cp:revision>158</cp:revision>
  <dcterms:created xsi:type="dcterms:W3CDTF">2019-06-19T02:08:00Z</dcterms:created>
  <dcterms:modified xsi:type="dcterms:W3CDTF">2026-03-29T06:48:43Z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648FF0107D3D4E7B86C6563843173141_13</vt:lpwstr>
  </property>
</Properties>
</file>